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Pathway analysis in OpenEnv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simple, repeatable framework to run RNA-seq → DE → pathways (and to evaluate AI copilots fairly).</a:t>
            </a:r>
          </a:p>
          <a:p/>
          <a:p>
            <a:r>
              <a:t>Parul Sarma Aryasomayajula — advisor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 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Biology conclusions often depend on analysis choices (contrast, filtering, gene sets).</a:t>
            </a:r>
          </a:p>
          <a:p>
            <a:pPr/>
            <a:r>
              <a:t>AI copilots are coming, but we need a reliable way to check if they are correct.</a:t>
            </a:r>
          </a:p>
          <a:p>
            <a:pPr/>
            <a:r>
              <a:t>Right now: results can be hard to reproduce and hard to compare across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Idea: What OpenEnv gives us (in plain terms)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standard “container” for an analysis workflow: same inputs, same steps, same outputs.</a:t>
            </a:r>
          </a:p>
          <a:p>
            <a:pPr/>
            <a:r>
              <a:t>A record of what happened (like a computational lab notebook).</a:t>
            </a:r>
          </a:p>
          <a:p>
            <a:pPr/>
            <a:r>
              <a:t>A way to compare two copilots on the exact same task, fairly.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build: What I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pathway analysis environment: counts + sample labels → differential expression → pathway enrichment.</a:t>
            </a:r>
          </a:p>
          <a:p>
            <a:pPr/>
            <a:r>
              <a:t>A simple UI (Gradio) to demo the workflow quickly.</a:t>
            </a:r>
          </a:p>
          <a:p>
            <a:pPr/>
            <a:r>
              <a:t>Saved outputs (tables + JSON summaries) so results can be reviewed and rerun.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flow: What happens in one run (one study)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Choose a study + define the comparison (e.g., treated vs control).</a:t>
            </a:r>
          </a:p>
          <a:p>
            <a:pPr/>
            <a:r>
              <a:t>Run differential expression to get a ranked gene list.</a:t>
            </a:r>
          </a:p>
          <a:p>
            <a:pPr/>
            <a:r>
              <a:t>Run pathway enrichment to get the main biological themes.</a:t>
            </a:r>
          </a:p>
          <a:p>
            <a:pPr/>
            <a:r>
              <a:t>Export a short report + artifacts for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a script?: Script vs OpenEnv-style workflow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11887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A normal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This OpenEnv environment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Runs once, hard to compare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Runs many times, comparable across models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Hard to audit what happened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Trace + saved artifacts for audit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Hard to reuse as a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Designed to be a benchmark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How I ground it in real public data (GEO)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 used multiple GEO-style study types, because public data is messy.</a:t>
            </a:r>
          </a:p>
          <a:p>
            <a:pPr/>
            <a:r>
              <a:t>Best case: real integer counts → strongest validation.</a:t>
            </a:r>
          </a:p>
          <a:p>
            <a:pPr/>
            <a:r>
              <a:t>Other cases: author DE tables or TPM-only supplements → useful for testing, labeled honestly.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Limitations: What I will NOT over-claim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Small sample sizes mean noisy DE: pathways are hypothesis-level, not final truth.</a:t>
            </a:r>
          </a:p>
          <a:p>
            <a:pPr/>
            <a:r>
              <a:t>Some GEO studies do not provide ideal raw counts; I label these cases clearly.</a:t>
            </a:r>
          </a:p>
          <a:p>
            <a:pPr/>
            <a:r>
              <a:t>Heavy raw-read workflows (SRA → quant) take real compute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/ next: What I want feedback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is the best advisor narrative: evaluation benchmark, teaching tool, or methods paper?</a:t>
            </a:r>
          </a:p>
          <a:p>
            <a:pPr/>
            <a:r>
              <a:t>Which biological study archetypes would be most convincing to add next?</a:t>
            </a:r>
          </a:p>
          <a:p>
            <a:pPr/>
            <a:r>
              <a:t>What should be the simplest success metric for a first paper/demo?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Happy to walk through a single GEO study end-to-end and discuss what to claim (and what not to claim).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