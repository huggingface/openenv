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3333333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OpenEnv &amp; computational biology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I packaged a real RNA-seq to differential expression to pathway workflow so AI systems can be trained and evaluated like assays, with public GEO data as the anchor.</a:t>
            </a:r>
          </a:p>
          <a:p/>
          <a:p>
            <a:r>
              <a:t>Parul Sarma Aryasomayajula — Advisor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here: Modern molecular biology is already computational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RNA-seq, single-cell, spatial, proteomics: design is only half the story.</a:t>
            </a:r>
          </a:p>
          <a:p>
            <a:pPr/>
            <a:r>
              <a:t>Analysis choices (contrasts, filtering, gene sets) change biological conclusions.</a:t>
            </a:r>
          </a:p>
          <a:p>
            <a:pPr/>
            <a:r>
              <a:t>We are entering an era of AI copilots for analysis: who checks whether they are right?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Vocabulary: What do we mean by an environment here?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a wet lab bench: a packaged computational workflow with defined inputs, allowed actions, and measurable outcomes.</a:t>
            </a:r>
          </a:p>
          <a:p>
            <a:pPr/>
            <a:r>
              <a:t>Often compared to a flight simulator for analysis: realistic tasks, repeated runs, structured logging.</a:t>
            </a:r>
          </a:p>
          <a:p>
            <a:pPr/>
            <a:r>
              <a:t>An AI agent is software that takes actions inside that world (inspect data, run DE, run enrichment, explain).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sentence: What is OpenEnv?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OpenEnv (Meta / PyTorch ecosystem) is a framework for building these worlds so agents can be trained and evaluated on real tasks, not toy multiple-choice problems.</a:t>
            </a:r>
          </a:p>
          <a:p>
            <a:pPr/>
            <a:r>
              <a:t>It emphasizes clear boundaries (what the agent may do) and honest scoring (how success is defined inside the environment).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you should care: Three reasons this matters for molecular biologists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Reproducibility: the same protocol, data layout, and scoring, every time.</a:t>
            </a:r>
          </a:p>
          <a:p>
            <a:pPr/>
            <a:r>
              <a:t>Fair comparison: two AI approaches can be judged on identical biology and rules.</a:t>
            </a:r>
          </a:p>
          <a:p>
            <a:pPr/>
            <a:r>
              <a:t>Public anchors: GEO-style datasets ground claims in what the field actually deposits, not only curated demos.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Intuition: Two analogies (not perfect, but useful)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b="1"/>
            </a:pPr>
            <a:r>
              <a:t>Assay validation</a:t>
            </a:r>
          </a:p>
          <a:p>
            <a:pPr lvl="1"/>
            <a:r>
              <a:t>Protocol + controls + acceptance criteria.</a:t>
            </a:r>
          </a:p>
          <a:p>
            <a:pPr lvl="1"/>
            <a:r>
              <a:t>If the ELISA drifts, you notice because the assay is standardized.</a:t>
            </a:r>
          </a:p>
          <a:p>
            <a:pPr lvl="1"/>
            <a:r>
              <a:t>Here: the analysis episode is standardized.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b="1"/>
            </a:pPr>
            <a:r>
              <a:t>Model systems (loose)</a:t>
            </a:r>
          </a:p>
          <a:p>
            <a:pPr lvl="1"/>
            <a:r>
              <a:t>A model organism is simplified but structured.</a:t>
            </a:r>
          </a:p>
          <a:p>
            <a:pPr lvl="1"/>
            <a:r>
              <a:t>This environment is simplified but structured for analysis questions.</a:t>
            </a:r>
          </a:p>
          <a:p>
            <a:pPr lvl="1"/>
            <a:r>
              <a:t>You still interpret biology; the package makes questions repeatable.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build: What I built: pathway_analysis_env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Wraps a familiar post-genomics path: gene-level data to differential expression to pathway / gene-set enrichment.</a:t>
            </a:r>
          </a:p>
          <a:p>
            <a:pPr/>
            <a:r>
              <a:t>Uses real statistical machinery (e.g. PyDESeq2-style DE, configurable thresholds).</a:t>
            </a:r>
          </a:p>
          <a:p>
            <a:pPr/>
            <a:r>
              <a:t>Pathway layer uses ORA (over-representation) via Enrichr libraries through gseapy (Hallmark, KEGG, Reactome, etc.).</a:t>
            </a:r>
          </a:p>
          <a:p>
            <a:pPr/>
            <a:r>
              <a:t>A Gradio UI lets you demonstrate the workflow without reading code: good for teaching and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Contrast: Scripts vs OpenEnv-style environments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11887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Traditional 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OpenEnv-style environment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Runs once on a 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Same workflow packaged for many runs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Hard to compare AI tools fairly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Same inputs, actions, and scoring for every competitor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It worked for 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Clear interfaces: what is allowed, what is measured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Design: Why this is more than another DESeq2 wrapper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Agents, not one-off runs: systems that inspect, choose steps, recover, and justify, under constraints.</a:t>
            </a:r>
          </a:p>
          <a:p>
            <a:pPr/>
            <a:r>
              <a:t>Rewards live in the environment: reduces cheating and keeps grading aligned with biology intent.</a:t>
            </a:r>
          </a:p>
          <a:p>
            <a:pPr/>
            <a:r>
              <a:t>Traces and failure codes: episodes can be reviewed like lab notebooks, important for training and debugging.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Benchmarks: GEO benchmark ladder (honest about data reality)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Study 1 (GSE128911): true integer counts from GEO to gold-standard DESeq2 + enrichment.</a:t>
            </a:r>
          </a:p>
          <a:p>
            <a:pPr/>
            <a:r>
              <a:t>Study 2 (GSE227102): author DE tables when counts are absent to enrichment plus clearly labeled counts-like parity tests.</a:t>
            </a:r>
          </a:p>
          <a:p>
            <a:pPr/>
            <a:r>
              <a:t>Study 3 (GSE235350): SRA FASTQs to Salmon (Docker) to counts to DESeq2 (heavy; true-counts path).</a:t>
            </a:r>
          </a:p>
          <a:p>
            <a:pPr/>
            <a:r>
              <a:t>Study 4 (GSE111151): merged per-sample count supplements to pooled tamoxifen resistance vs parental.</a:t>
            </a:r>
          </a:p>
          <a:p>
            <a:pPr/>
            <a:r>
              <a:t>Study 5 (GSE216540): TPM-only supplement to pseudo-counts for pipeline testing, explicitly not raw-count truth.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 contribution: Three layers of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Layer A — Real biology in OpenEnv: DE + pathway analysis with real tools and inspectable outputs, not toy arithmetic.</a:t>
            </a:r>
          </a:p>
          <a:p>
            <a:pPr/>
            <a:r>
              <a:t>Layer B — GEO-grounded benchmarks: a ladder of study types matching messy public submissions, with documented limitations.</a:t>
            </a:r>
          </a:p>
          <a:p>
            <a:pPr/>
            <a:r>
              <a:t>Layer C — Methods-grade engineering: Dockerized heavy RNA-seq tools, reproducible runners, clear failure modes and docs.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picture: How the pieces fit (whiteboard version)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GEO / SRA (public data) → optional Docker (Salmon / SRA) → OpenEnv pathway env (counts, DE, enrichment, traces) → AI agent (plan, act, justify).</a:t>
            </a:r>
          </a:p>
          <a:p>
            <a:pPr/>
            <a:r>
              <a:t>Public data may enter directly as counts or through an optional Docker “instrument room” for raw reads; the same scientific steps appear as in papers, packaged for consistent agent training and scoring.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Elevator pitch: The 60–90 second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OpenEnv packages real computational workflows so AI agents can be trained and evaluated the way we evaluate assays, with explicit protocols and scoring.</a:t>
            </a:r>
          </a:p>
          <a:p>
            <a:pPr>
              <a:defRPr sz="1500"/>
            </a:pPr>
            <a:r>
              <a:t>My pathway environment grounds agents in RNA-seq differential expression and enrichment using real statistics, not toy math.</a:t>
            </a:r>
          </a:p>
          <a:p>
            <a:pPr>
              <a:defRPr sz="1500"/>
            </a:pPr>
            <a:r>
              <a:t>What I believe is new is the combination: that credible workflow inside OpenEnv, plus a GEO-grounded benchmark ladder that mirrors how messy public data actually are, with reproducible runners and Dockerized heavy steps.</a:t>
            </a:r>
          </a:p>
          <a:p>
            <a:pPr>
              <a:defRPr sz="1500"/>
            </a:pPr>
            <a:r>
              <a:t>Without standardized environments and public benchmarks, we cannot tell which AI copilots are safe, which hallucinate pathways, and which only work on demo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(qualitative): What success looks like biologically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Where true counts exist, signatures can be checked for face validity (e.g. estrogen-pathway biology in ER-related contrasts when appropriate).</a:t>
            </a:r>
          </a:p>
          <a:p>
            <a:pPr/>
            <a:r>
              <a:t>Counts-like parity metrics quantify agreement with author tables, useful, but labeled as approximate, not FASTQ truth.</a:t>
            </a:r>
          </a:p>
          <a:p>
            <a:pPr/>
            <a:r>
              <a:t>Pathway hits should be interpreted as hypothesis generators, especially with small n; the environment supports that discipline.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Limitations: Honest limitations build credibility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Small replicate numbers lead to noisy DE; pathway themes can still be informative.</a:t>
            </a:r>
          </a:p>
          <a:p>
            <a:pPr/>
            <a:r>
              <a:t>TPM-derived pseudo-counts are for workflow testing, not publication-grade DESeq2 assumptions.</a:t>
            </a:r>
          </a:p>
          <a:p>
            <a:pPr/>
            <a:r>
              <a:t>SRA + full indexing is compute-heavy under Docker emulation; wall time is real.</a:t>
            </a:r>
          </a:p>
          <a:p>
            <a:pPr/>
            <a:r>
              <a:t>Agents can overfit benchmarks if rewards are poorly designed; design matters as much as biology.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Near term: Next 3–6 months (concrete)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Expand GEO archetypes with one-page biological interpretation per study.</a:t>
            </a:r>
          </a:p>
          <a:p>
            <a:pPr/>
            <a:r>
              <a:t>Agent tasks framed as lab-meeting questions (e.g. is this enrichment plausible given the contrast?).</a:t>
            </a:r>
          </a:p>
          <a:p>
            <a:pPr/>
            <a:r>
              <a:t>Teaching mode: sandbox for trainees without risking production pipelines.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Medium and long term: Where this class of environment goes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Paper-style reproduction challenges: DE + pathways + sanity checks on known genes in one scored episode.</a:t>
            </a:r>
          </a:p>
          <a:p>
            <a:pPr/>
            <a:r>
              <a:t>Human–AI collaboration metrics: time saved, uncertainty flagged, not only top pathway correct.</a:t>
            </a:r>
          </a:p>
          <a:p>
            <a:pPr/>
            <a:r>
              <a:t>Cross-environment curricula: design to analysis to literature evidence, with handoffs between tasks.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Q&amp;A: Likely advisor questions (short answers)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Just GEO + DESeq2? No: those are components. The contribution is the packaged benchmark + agent interface + honest data ladder.</a:t>
            </a:r>
          </a:p>
          <a:p>
            <a:pPr/>
            <a:r>
              <a:t>Replace bioinformaticians? Unlikely: shifts work toward framing, auditing, and interpreting; benchmarks make that shift safer.</a:t>
            </a:r>
          </a:p>
          <a:p>
            <a:pPr/>
            <a:r>
              <a:t>Closest analogy? Proficiency testing / challenge studies: standardized tasks, public data, reported metrics.</a:t>
            </a:r>
          </a:p>
          <a:p>
            <a:pPr/>
            <a:r>
              <a:t>What do you need to scale? Compute for large SRA studies, pinned versions for long-term reproducibility, optional ML-evaluation co-advising.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Which direction is most compelling for a first paper or fellowship narrative: deeper GEO benchmarks, richer agent tasks, or teaching deployment?</a:t>
            </a:r>
          </a:p>
          <a:p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